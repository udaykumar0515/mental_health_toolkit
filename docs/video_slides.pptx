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91E89-A156-D14A-E152-481848FB5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67E165-1194-1D60-D313-BF8955D64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1BD56-311C-B3C5-9C7E-E2680C834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36A9-A718-40FE-8A65-B35A808120D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91B43-A9D0-33EF-3272-545946564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C74A4-7525-BCE5-F324-E3432263B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D8FF9-3C3E-48C6-8693-AFD9B74ED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371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6AA19-4B9F-1AEA-FB3E-8D0D94607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CA9A5-CA51-713B-81AA-5A05D1C94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CD981-0279-D700-43CA-944F2DE67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36A9-A718-40FE-8A65-B35A808120D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A44B8-637F-6890-6938-B40B0E1C3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C5EBB-2ED0-A351-D708-F31DBF509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D8FF9-3C3E-48C6-8693-AFD9B74ED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578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294F6-D58E-8750-AED6-C34478AAD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11EAA-30CC-0192-F54C-526A870A7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E9EB8-C262-84F5-B974-525FB7826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36A9-A718-40FE-8A65-B35A808120D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75D57-ACDD-F820-D5CA-AE2C6A607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F51D9-B0BC-E730-E337-3DB144C30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D8FF9-3C3E-48C6-8693-AFD9B74ED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425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B9F28-B091-F5AB-0F4D-791C8558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13754-59D7-D5DF-32EB-8C1ACAAC77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EF37E-444A-2F76-BFCC-117548242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3F0C0-A5A2-FD4F-0C7E-E014B056E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36A9-A718-40FE-8A65-B35A808120D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98397-C3C9-D82F-A849-E5F003D18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F7A1A-2A56-7A04-1B7D-77C1972AA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D8FF9-3C3E-48C6-8693-AFD9B74ED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702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60CF8-0A2C-9DD5-627D-1ED4BF0EB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7B6B10-1544-5296-C8D6-18EED6863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9C16F3-B458-A7D1-ADE7-08DDA8D7B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5FF6D9-5334-0121-01CD-46F81A600D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E0E931-D84E-6778-1877-4A663ACFE9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D09522-26F6-F67C-4081-541743F04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36A9-A718-40FE-8A65-B35A808120D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953DF-8495-AE4D-57B0-EF2C0B6FE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FFE15F-6E99-C5C5-2150-EC0F9997A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D8FF9-3C3E-48C6-8693-AFD9B74ED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693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1A5F3-C8BB-B13C-7276-833A6ACCB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3896DF-7ECF-7588-CA14-5658D488A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36A9-A718-40FE-8A65-B35A808120D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5EB7B5-8EAA-C1C0-BBCC-E2E9B88A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FDF97-69EF-B972-49DF-B2976DA0A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D8FF9-3C3E-48C6-8693-AFD9B74ED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847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750024-3E5B-E546-C2D5-9D61AD81F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36A9-A718-40FE-8A65-B35A808120D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70A5-A52B-E8EE-B809-50F6ED372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44166-3CB1-18DA-86A7-66D07409C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D8FF9-3C3E-48C6-8693-AFD9B74ED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548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689B6-E1F4-A033-83BC-05161E027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A6B08-D7BC-80F6-8EF8-9D9F96648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3FB0A1-B756-2705-42F1-FC8FC89B3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22BAD-256E-80F6-0A75-DA413B861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36A9-A718-40FE-8A65-B35A808120D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94C9A-78B2-5218-2CC0-C0F09AB8E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3A556-895C-568D-00BF-0B5D64F20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D8FF9-3C3E-48C6-8693-AFD9B74ED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583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24C9F-A42B-C1C4-7CDD-15677377A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5FAD5B-EFF4-7978-20DC-5A4CF16114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ACCE0-6A1C-81A9-86D0-6876703A0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B3105-ED85-CCCC-ADC1-697759F3B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36A9-A718-40FE-8A65-B35A808120D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9EA1D-2F52-1EDD-C884-2B22D84A2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DAF7F-0C8A-6C16-C537-6C4E1D103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D8FF9-3C3E-48C6-8693-AFD9B74ED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234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ED842-6C5D-FB32-9284-A84497710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186AD7-B415-4BA5-E667-9DE66FA4C4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5F356-1016-AE9D-8018-5EFBB8B69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36A9-A718-40FE-8A65-B35A808120D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91510-D4A9-69E2-43E1-829156E6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07297-9447-B86C-623E-C0A1F3FD4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D8FF9-3C3E-48C6-8693-AFD9B74ED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550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292B04-82E3-30EA-50D8-10B999DF77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E6E3B-F1CF-A4B8-99B8-EE34A92EF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39B18-886E-6D9D-A638-80BCF862B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036A9-A718-40FE-8A65-B35A808120D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7A8B5-6652-99B0-BD38-15C8DD57F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00B10-64A6-2C23-B174-1C9DCF87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0D8FF9-3C3E-48C6-8693-AFD9B74ED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174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27EE9F-2478-DAB6-FFFA-2B98F8AEA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9B602-C34F-A290-704C-B2CA11538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6BFF3-672B-3348-E422-7B547738D1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036A9-A718-40FE-8A65-B35A808120DB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51AC4-F5E7-B959-EDC5-50F6267E2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6A28C-7BDE-261A-04E2-9077E75EC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D8FF9-3C3E-48C6-8693-AFD9B74ED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146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006D8-DA9A-BB31-85B4-6901688DF4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C5B810-C64D-08E7-3258-091D7A9754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close-up of a certificate&#10;&#10;AI-generated content may be incorrect.">
            <a:extLst>
              <a:ext uri="{FF2B5EF4-FFF2-40B4-BE49-F238E27FC236}">
                <a16:creationId xmlns:a16="http://schemas.microsoft.com/office/drawing/2014/main" id="{B098D991-6E92-ECE1-1B77-F680F099B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442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F9F608-1399-D6D9-C17A-EEC710C8A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58" y="0"/>
            <a:ext cx="12211518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231A7C-FEA1-80E8-82B7-E2E8416DB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20"/>
            <a:ext cx="12192000" cy="68375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A137F5-AA1B-528B-FDC2-671076CDD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49"/>
            <a:ext cx="12192000" cy="684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77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7744E-67E4-B888-FF9B-7344697E9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5A035BA-EEBB-D6C6-36C8-4CBB5BCF1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190" cy="68601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A11C1B-4D47-BE8B-7F05-C91D2DAE2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664" y="21629"/>
            <a:ext cx="12192000" cy="681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62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822C0-7BB3-19A6-11AE-9B380910C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site&#10;&#10;AI-generated content may be incorrect.">
            <a:extLst>
              <a:ext uri="{FF2B5EF4-FFF2-40B4-BE49-F238E27FC236}">
                <a16:creationId xmlns:a16="http://schemas.microsoft.com/office/drawing/2014/main" id="{6E06CCEB-4FE2-961F-3CB1-21CAB9734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94" y="1"/>
            <a:ext cx="1221319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B7EDA6-F82E-FBAF-D897-EEB7F0D1D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"/>
            <a:ext cx="12192000" cy="684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085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40A4B-3D8E-EF25-7B79-23A568517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site&#10;&#10;AI-generated content may be incorrect.">
            <a:extLst>
              <a:ext uri="{FF2B5EF4-FFF2-40B4-BE49-F238E27FC236}">
                <a16:creationId xmlns:a16="http://schemas.microsoft.com/office/drawing/2014/main" id="{684BE497-D000-2705-681F-49106EB9C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56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F3704F-5372-4FE6-861C-20E6D2D77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629"/>
            <a:ext cx="12192000" cy="681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562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8B6F0-2FC7-BFBE-4478-5F5C63985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rectangular sign with blue text&#10;&#10;AI-generated content may be incorrect.">
            <a:extLst>
              <a:ext uri="{FF2B5EF4-FFF2-40B4-BE49-F238E27FC236}">
                <a16:creationId xmlns:a16="http://schemas.microsoft.com/office/drawing/2014/main" id="{7DDF88F5-FE0F-210F-C4B7-2BD10070E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53" y="0"/>
            <a:ext cx="122005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689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Uday Kumar</dc:creator>
  <cp:lastModifiedBy>Uday Kumar</cp:lastModifiedBy>
  <cp:revision>2</cp:revision>
  <dcterms:created xsi:type="dcterms:W3CDTF">2025-11-23T06:54:37Z</dcterms:created>
  <dcterms:modified xsi:type="dcterms:W3CDTF">2025-11-23T10:07:58Z</dcterms:modified>
</cp:coreProperties>
</file>